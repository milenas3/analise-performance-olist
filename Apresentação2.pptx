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8D4"/>
    <a:srgbClr val="45062E"/>
    <a:srgbClr val="7F055F"/>
    <a:srgbClr val="215F9A"/>
    <a:srgbClr val="E5A4CB"/>
    <a:srgbClr val="F08080"/>
    <a:srgbClr val="FBC4AB"/>
    <a:srgbClr val="0A11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05FE9-3A23-20C8-21DD-D4AB0F254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751111-4682-3A3B-EF1F-8242059FE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A241E4-AB27-DD0C-4989-123E1F18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9658B3-1BE8-0397-EDE1-1190609F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C3EB8-832B-A87C-E5D7-24AEA7BE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27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116DE-A61F-51EB-A510-E08DDD3E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35641-36ED-0216-73A6-E186153B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B547FF-25C6-6D0F-609E-0034ACE1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35FCCE-76A5-FF40-5485-D7562AF7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69ACD5-C3FC-B2DD-EAD6-0F0175E9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18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E9024-D868-1DBC-B0C5-41ECC584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8332FB-B70A-23EC-08D3-DED449F3D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BB078A-EBBD-7A64-FF06-87A6529C3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5F1EDF-D53E-FC4A-B9B0-ABA5A627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D96BF1-075C-4DDA-D117-7E13075C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31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514BE-63E9-A265-DCE1-C675F1DC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CD67F7-3F80-6B8B-B6E8-4FDD46DB5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ED2792-4274-85AB-706B-F1C5164F2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A163B7-B4F3-4FCD-08FA-7ACC7AD3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BF15D0-696F-C6FD-8B88-F56F9BC1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D04B88-280C-10CB-8EEE-C5F8CCDA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42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2F91A-CD98-E198-9836-D5D7A467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F67D4D-567A-94CE-42B8-E99B55C37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2A0122-8EE6-2505-2849-6094A76D1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6CFEE1-E711-9B3B-6079-BB4CC827D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04642E-A8C2-EBE8-8B99-C9D8BF4D8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53F120-2CD9-2131-29DD-017732B7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918BBB-2BA3-04B7-0A9C-1A9A9791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0123F3-D008-D628-A825-C3C98850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50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5316D-61B6-C6A4-B76A-C934D2F5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2E9B03-8D85-1A90-F71F-A8A147F7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959368-88F6-9987-0999-9E5B0F0C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8511EE-31CF-FCC0-72D0-ECC2A063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0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E2AA55-EC7C-A6A6-39D8-E4F64C24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C40E84-53CF-9DEB-184E-A42C60341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8212D1-1F7A-B46D-822F-8FAB7011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13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62D2F-C0E5-93B0-6DEE-64074AD3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9EEA81-45DD-C267-BF11-B5DDCFA3A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9D2EE1-8804-3E5B-02C5-EC39155D8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D900C0-17EF-5898-DEDE-F2DE1502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A2158B-0B45-FE6F-B836-69141BAD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D10FCC-B883-F3D5-167F-A300FD81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13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A46DB-1962-4301-06C8-8C6FCF07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74EE3FE-1C7F-F6F5-9B30-44164069C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9936B5-B45A-DF7F-F3D6-9E8688A88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8D62E0-9A79-BF1D-8249-D8C32F51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92688E-EF21-D8BC-C905-9C5C7B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7FD765-EB7E-5F6F-CF21-A4D8B885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54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6232E-AE7D-23C3-86A1-7059E09B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42039B-94F4-0355-683D-FE1FCE900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0C9CD-D0AE-A7D3-5C50-B83422D4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3ADE84-5146-0556-0AF3-12A26E32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B241A2-A542-E374-FD71-5682D1DD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19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BF04A2-228D-0A0A-916B-8231CD63C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8F6851-DB90-573F-2A21-ADFF6FE9D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A909A6-B93C-E247-5B06-0F776BD2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5ECD6-598A-828B-9AD2-07CF8753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F95EE5-106A-9969-6C2E-6833D492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40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B8AD230-BC6F-DE8E-C34B-5F15EB3A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8075C0-8F0D-7CF5-611A-2EEB0E44C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1FEE61-3BC7-21B6-5F36-5C1C61DCC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B3408-6BA2-46A8-81E8-4ADCA5E97EF1}" type="datetimeFigureOut">
              <a:rPr lang="pt-BR" smtClean="0"/>
              <a:t>30/12/2025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5D0798-BC8E-F170-1EE4-87ABC9BC8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96DE46-29BA-32A7-5363-E727C3BB1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B6248-790D-440F-B1D2-506E10A15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78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DD4704D-549B-1415-AF3A-CC50836C3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05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D28F03AD-3052-900F-987C-9A4AE291CDD8}"/>
              </a:ext>
            </a:extLst>
          </p:cNvPr>
          <p:cNvSpPr/>
          <p:nvPr/>
        </p:nvSpPr>
        <p:spPr>
          <a:xfrm rot="16200000">
            <a:off x="3514185" y="-1819817"/>
            <a:ext cx="6857999" cy="10497629"/>
          </a:xfrm>
          <a:prstGeom prst="round2SameRect">
            <a:avLst>
              <a:gd name="adj1" fmla="val 3734"/>
              <a:gd name="adj2" fmla="val 0"/>
            </a:avLst>
          </a:prstGeom>
          <a:solidFill>
            <a:srgbClr val="4506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7111218-2952-FFE2-4C53-A79D070F90D3}"/>
              </a:ext>
            </a:extLst>
          </p:cNvPr>
          <p:cNvSpPr/>
          <p:nvPr/>
        </p:nvSpPr>
        <p:spPr>
          <a:xfrm>
            <a:off x="1888181" y="2084947"/>
            <a:ext cx="5659219" cy="4600026"/>
          </a:xfrm>
          <a:prstGeom prst="roundRect">
            <a:avLst>
              <a:gd name="adj" fmla="val 4939"/>
            </a:avLst>
          </a:prstGeom>
          <a:solidFill>
            <a:srgbClr val="E5A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3B9DF5B-EDA6-B6CD-BFD8-4FF13A0C882E}"/>
              </a:ext>
            </a:extLst>
          </p:cNvPr>
          <p:cNvSpPr/>
          <p:nvPr/>
        </p:nvSpPr>
        <p:spPr>
          <a:xfrm>
            <a:off x="7741213" y="2071409"/>
            <a:ext cx="4270784" cy="4600026"/>
          </a:xfrm>
          <a:prstGeom prst="roundRect">
            <a:avLst>
              <a:gd name="adj" fmla="val 4939"/>
            </a:avLst>
          </a:prstGeom>
          <a:solidFill>
            <a:srgbClr val="E5A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B81B34D-66AD-CB8D-9FDB-6FC578978B2C}"/>
              </a:ext>
            </a:extLst>
          </p:cNvPr>
          <p:cNvSpPr/>
          <p:nvPr/>
        </p:nvSpPr>
        <p:spPr>
          <a:xfrm>
            <a:off x="1887464" y="461665"/>
            <a:ext cx="2222400" cy="1395050"/>
          </a:xfrm>
          <a:prstGeom prst="roundRect">
            <a:avLst>
              <a:gd name="adj" fmla="val 4939"/>
            </a:avLst>
          </a:prstGeom>
          <a:solidFill>
            <a:srgbClr val="E5A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59C9E13-32C4-3C07-155E-AA4A16B78970}"/>
              </a:ext>
            </a:extLst>
          </p:cNvPr>
          <p:cNvSpPr/>
          <p:nvPr/>
        </p:nvSpPr>
        <p:spPr>
          <a:xfrm>
            <a:off x="4538106" y="489797"/>
            <a:ext cx="2222400" cy="1395050"/>
          </a:xfrm>
          <a:prstGeom prst="roundRect">
            <a:avLst>
              <a:gd name="adj" fmla="val 4939"/>
            </a:avLst>
          </a:prstGeom>
          <a:solidFill>
            <a:srgbClr val="E5A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7F6013F-2431-E45F-B7EA-CE15A8EBD17D}"/>
              </a:ext>
            </a:extLst>
          </p:cNvPr>
          <p:cNvSpPr/>
          <p:nvPr/>
        </p:nvSpPr>
        <p:spPr>
          <a:xfrm>
            <a:off x="7177520" y="489797"/>
            <a:ext cx="2222400" cy="1395050"/>
          </a:xfrm>
          <a:prstGeom prst="roundRect">
            <a:avLst>
              <a:gd name="adj" fmla="val 4939"/>
            </a:avLst>
          </a:prstGeom>
          <a:solidFill>
            <a:srgbClr val="E5A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DEAD9BA-B37F-1B2B-BDD3-BD9B445237DE}"/>
              </a:ext>
            </a:extLst>
          </p:cNvPr>
          <p:cNvSpPr/>
          <p:nvPr/>
        </p:nvSpPr>
        <p:spPr>
          <a:xfrm>
            <a:off x="9781318" y="489797"/>
            <a:ext cx="2222400" cy="1395050"/>
          </a:xfrm>
          <a:prstGeom prst="roundRect">
            <a:avLst>
              <a:gd name="adj" fmla="val 4939"/>
            </a:avLst>
          </a:prstGeom>
          <a:solidFill>
            <a:srgbClr val="E5A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03E4BDB-5B8E-2DB7-451E-058DFD55C696}"/>
              </a:ext>
            </a:extLst>
          </p:cNvPr>
          <p:cNvSpPr txBox="1"/>
          <p:nvPr/>
        </p:nvSpPr>
        <p:spPr>
          <a:xfrm>
            <a:off x="2582398" y="0"/>
            <a:ext cx="960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E8D4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Dashboard de </a:t>
            </a:r>
            <a:r>
              <a:rPr lang="pt-BR" sz="2400" dirty="0">
                <a:solidFill>
                  <a:srgbClr val="FFE8D4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Performance</a:t>
            </a:r>
            <a:r>
              <a:rPr lang="pt-BR" sz="2400" b="1" dirty="0">
                <a:solidFill>
                  <a:srgbClr val="FFE8D4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de Vendas &amp; Logística</a:t>
            </a:r>
          </a:p>
        </p:txBody>
      </p:sp>
    </p:spTree>
    <p:extLst>
      <p:ext uri="{BB962C8B-B14F-4D97-AF65-F5344CB8AC3E}">
        <p14:creationId xmlns:p14="http://schemas.microsoft.com/office/powerpoint/2010/main" val="3518416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Milena Soares de Oliveira</dc:creator>
  <cp:lastModifiedBy>Milena Soares de Oliveira</cp:lastModifiedBy>
  <cp:revision>2</cp:revision>
  <dcterms:created xsi:type="dcterms:W3CDTF">2025-12-30T13:34:21Z</dcterms:created>
  <dcterms:modified xsi:type="dcterms:W3CDTF">2025-12-30T14:35:36Z</dcterms:modified>
</cp:coreProperties>
</file>